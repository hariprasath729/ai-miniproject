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2095AE-F299-4ACD-9201-5A3C334D57E7}" v="3" dt="2025-11-02T17:59:54.62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48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prasathmohan729@outlook.com" userId="6b7029db9b1b7420" providerId="LiveId" clId="{738EFB5A-C38F-450C-A396-AC467F5FF20F}"/>
    <pc:docChg chg="modSld">
      <pc:chgData name="hariprasathmohan729@outlook.com" userId="6b7029db9b1b7420" providerId="LiveId" clId="{738EFB5A-C38F-450C-A396-AC467F5FF20F}" dt="2025-11-02T17:59:54.623" v="2"/>
      <pc:docMkLst>
        <pc:docMk/>
      </pc:docMkLst>
      <pc:sldChg chg="modSp">
        <pc:chgData name="hariprasathmohan729@outlook.com" userId="6b7029db9b1b7420" providerId="LiveId" clId="{738EFB5A-C38F-450C-A396-AC467F5FF20F}" dt="2025-11-02T17:59:54.623" v="2"/>
        <pc:sldMkLst>
          <pc:docMk/>
          <pc:sldMk cId="0" sldId="259"/>
        </pc:sldMkLst>
        <pc:graphicFrameChg chg="mod">
          <ac:chgData name="hariprasathmohan729@outlook.com" userId="6b7029db9b1b7420" providerId="LiveId" clId="{738EFB5A-C38F-450C-A396-AC467F5FF20F}" dt="2025-11-02T17:59:54.623" v="2"/>
          <ac:graphicFrameMkLst>
            <pc:docMk/>
            <pc:sldMk cId="0" sldId="259"/>
            <ac:graphicFrameMk id="7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3652"/>
            <a:ext cx="12192000" cy="74238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3467" y="160007"/>
            <a:ext cx="5457444" cy="118111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5137"/>
            <a:ext cx="12192000" cy="6455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16273" y="307670"/>
            <a:ext cx="4759452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6533" y="136474"/>
            <a:ext cx="4776596" cy="83418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53358" y="133299"/>
            <a:ext cx="4783455" cy="840740"/>
          </a:xfrm>
          <a:custGeom>
            <a:avLst/>
            <a:gdLst/>
            <a:ahLst/>
            <a:cxnLst/>
            <a:rect l="l" t="t" r="r" b="b"/>
            <a:pathLst>
              <a:path w="4783455" h="840740">
                <a:moveTo>
                  <a:pt x="0" y="840536"/>
                </a:moveTo>
                <a:lnTo>
                  <a:pt x="4782946" y="840536"/>
                </a:lnTo>
                <a:lnTo>
                  <a:pt x="4782946" y="0"/>
                </a:lnTo>
                <a:lnTo>
                  <a:pt x="0" y="0"/>
                </a:lnTo>
                <a:lnTo>
                  <a:pt x="0" y="840536"/>
                </a:lnTo>
                <a:close/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33652"/>
            <a:ext cx="12192000" cy="7423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57830" y="-21589"/>
            <a:ext cx="6276339" cy="964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9750" y="2198877"/>
            <a:ext cx="8216900" cy="2834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16939" y="6464680"/>
            <a:ext cx="687069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46535" y="6464680"/>
            <a:ext cx="1663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hariprasath729/AI-Miniproject/blob/main/hariprasath_AI_PPT.pptx" TargetMode="External"/><Relationship Id="rId5" Type="http://schemas.openxmlformats.org/officeDocument/2006/relationships/hyperlink" Target="https://github.com/hariprasath729/AI-Miniproject/blob/main/hariprasath_AI_MINIE_PROJECTS.docx" TargetMode="External"/><Relationship Id="rId4" Type="http://schemas.openxmlformats.org/officeDocument/2006/relationships/hyperlink" Target="https://github.com/hariprasath729/AI-Miniprojec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dennybritz/reinforcement-learning" TargetMode="External"/><Relationship Id="rId5" Type="http://schemas.openxmlformats.org/officeDocument/2006/relationships/hyperlink" Target="https://github.com/streamlit/streamlit" TargetMode="External"/><Relationship Id="rId4" Type="http://schemas.openxmlformats.org/officeDocument/2006/relationships/hyperlink" Target="https://github.com/python-constraint/python-constra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3798" y="970610"/>
            <a:ext cx="7289800" cy="2696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2735"/>
              </a:lnSpc>
              <a:spcBef>
                <a:spcPts val="100"/>
              </a:spcBef>
            </a:pPr>
            <a:r>
              <a:rPr sz="2400" b="1" spc="-35" dirty="0">
                <a:latin typeface="Times New Roman"/>
                <a:cs typeface="Times New Roman"/>
              </a:rPr>
              <a:t>DEPARTMENT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12700" marR="5080" algn="ctr">
              <a:lnSpc>
                <a:spcPts val="2590"/>
              </a:lnSpc>
              <a:spcBef>
                <a:spcPts val="185"/>
              </a:spcBef>
            </a:pPr>
            <a:r>
              <a:rPr sz="2400" b="1" spc="-30" dirty="0">
                <a:latin typeface="Times New Roman"/>
                <a:cs typeface="Times New Roman"/>
              </a:rPr>
              <a:t>ARTIFICIAL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INTELLIGENCE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-114" dirty="0">
                <a:latin typeface="Times New Roman"/>
                <a:cs typeface="Times New Roman"/>
              </a:rPr>
              <a:t>DATA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SCIENCE </a:t>
            </a:r>
            <a:r>
              <a:rPr sz="2400" b="1" spc="-20" dirty="0">
                <a:latin typeface="Times New Roman"/>
                <a:cs typeface="Times New Roman"/>
              </a:rPr>
              <a:t>ACADEMIC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YEAR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2025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2026</a:t>
            </a:r>
            <a:endParaRPr sz="2400">
              <a:latin typeface="Times New Roman"/>
              <a:cs typeface="Times New Roman"/>
            </a:endParaRPr>
          </a:p>
          <a:p>
            <a:pPr marL="1270" algn="ctr">
              <a:lnSpc>
                <a:spcPts val="2410"/>
              </a:lnSpc>
            </a:pPr>
            <a:r>
              <a:rPr sz="2400" b="1" dirty="0">
                <a:latin typeface="Times New Roman"/>
                <a:cs typeface="Times New Roman"/>
              </a:rPr>
              <a:t>SEMESTER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III</a:t>
            </a:r>
            <a:endParaRPr sz="2400">
              <a:latin typeface="Times New Roman"/>
              <a:cs typeface="Times New Roman"/>
            </a:endParaRPr>
          </a:p>
          <a:p>
            <a:pPr marL="2273935" marR="410209" indent="-1856739">
              <a:lnSpc>
                <a:spcPts val="2590"/>
              </a:lnSpc>
              <a:spcBef>
                <a:spcPts val="185"/>
              </a:spcBef>
            </a:pPr>
            <a:r>
              <a:rPr sz="2400" b="1" spc="-30" dirty="0">
                <a:latin typeface="Times New Roman"/>
                <a:cs typeface="Times New Roman"/>
              </a:rPr>
              <a:t>ARTIFICIAL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INTELLIGENCE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LABORATORY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MINI</a:t>
            </a:r>
            <a:r>
              <a:rPr sz="2400" b="1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PROJECT</a:t>
            </a:r>
            <a:r>
              <a:rPr sz="2400" b="1" spc="-1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REVIEW</a:t>
            </a:r>
            <a:endParaRPr sz="24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  <a:spcBef>
                <a:spcPts val="227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&lt;TITLE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b="1" spc="-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PROJECT&gt;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49505"/>
              </p:ext>
            </p:extLst>
          </p:nvPr>
        </p:nvGraphicFramePr>
        <p:xfrm>
          <a:off x="2092451" y="3839590"/>
          <a:ext cx="8393430" cy="24568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6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6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REGISTER</a:t>
                      </a:r>
                      <a:r>
                        <a:rPr sz="18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NUMBER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2117240070305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b="1" spc="-25" dirty="0">
                          <a:latin typeface="Times New Roman"/>
                          <a:cs typeface="Times New Roman"/>
                        </a:rPr>
                        <a:t>Hariprasath M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(SEMESTER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 III)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AI&amp;DS-</a:t>
                      </a:r>
                      <a:r>
                        <a:rPr lang="en-US" sz="1800" b="1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35" dirty="0">
                          <a:latin typeface="Calibri"/>
                          <a:cs typeface="Calibri"/>
                        </a:rPr>
                        <a:t>FACULTY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IN-CHARGE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1800" b="1" dirty="0" err="1">
                          <a:latin typeface="Times New Roman"/>
                          <a:cs typeface="Times New Roman"/>
                        </a:rPr>
                        <a:t>Dr.Rubina</a:t>
                      </a:r>
                      <a:r>
                        <a:rPr lang="en-US" sz="1800" b="1" dirty="0">
                          <a:latin typeface="Times New Roman"/>
                          <a:cs typeface="Times New Roman"/>
                        </a:rPr>
                        <a:t> Begam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012190"/>
            <a:chOff x="0" y="0"/>
            <a:chExt cx="12192000" cy="1012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980"/>
              <a:ext cx="12192000" cy="745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6328" y="0"/>
              <a:ext cx="5411724" cy="10119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45"/>
              <a:ext cx="12192000" cy="64552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375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195" dirty="0"/>
              <a:t> </a:t>
            </a:r>
            <a:r>
              <a:rPr spc="-60" dirty="0"/>
              <a:t>STATEMENT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916939" y="1119632"/>
            <a:ext cx="10121900" cy="4544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615">
              <a:lnSpc>
                <a:spcPts val="2810"/>
              </a:lnSpc>
              <a:spcBef>
                <a:spcPts val="105"/>
              </a:spcBef>
            </a:pPr>
            <a:r>
              <a:rPr sz="2600" b="1" spc="-10" dirty="0">
                <a:latin typeface="Times New Roman"/>
                <a:cs typeface="Times New Roman"/>
              </a:rPr>
              <a:t>Background:</a:t>
            </a:r>
            <a:endParaRPr sz="2600">
              <a:latin typeface="Times New Roman"/>
              <a:cs typeface="Times New Roman"/>
            </a:endParaRPr>
          </a:p>
          <a:p>
            <a:pPr marL="12700" marR="100965">
              <a:lnSpc>
                <a:spcPct val="80000"/>
              </a:lnSpc>
              <a:spcBef>
                <a:spcPts val="310"/>
              </a:spcBef>
            </a:pPr>
            <a:r>
              <a:rPr sz="2600" dirty="0">
                <a:latin typeface="Times New Roman"/>
                <a:cs typeface="Times New Roman"/>
              </a:rPr>
              <a:t>Students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often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struggle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create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effective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study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plans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balance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available </a:t>
            </a:r>
            <a:r>
              <a:rPr sz="2600" dirty="0">
                <a:latin typeface="Times New Roman"/>
                <a:cs typeface="Times New Roman"/>
              </a:rPr>
              <a:t>time,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subject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difficulty,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personal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performance.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Traditional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planners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are </a:t>
            </a:r>
            <a:r>
              <a:rPr sz="2600" dirty="0">
                <a:latin typeface="Times New Roman"/>
                <a:cs typeface="Times New Roman"/>
              </a:rPr>
              <a:t>static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cannot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adapt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behavior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learning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outcomes.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810"/>
              </a:lnSpc>
              <a:spcBef>
                <a:spcPts val="370"/>
              </a:spcBef>
            </a:pPr>
            <a:r>
              <a:rPr sz="2600" b="1" dirty="0">
                <a:latin typeface="Times New Roman"/>
                <a:cs typeface="Times New Roman"/>
              </a:rPr>
              <a:t>Problem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Statement: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80000"/>
              </a:lnSpc>
              <a:spcBef>
                <a:spcPts val="315"/>
              </a:spcBef>
            </a:pPr>
            <a:r>
              <a:rPr sz="2600" spc="-30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AI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intelligently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generates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adapts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personalized </a:t>
            </a:r>
            <a:r>
              <a:rPr sz="2600" dirty="0">
                <a:latin typeface="Times New Roman"/>
                <a:cs typeface="Times New Roman"/>
              </a:rPr>
              <a:t>study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schedules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reasoning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learning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techniques.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810"/>
              </a:lnSpc>
              <a:spcBef>
                <a:spcPts val="375"/>
              </a:spcBef>
            </a:pPr>
            <a:r>
              <a:rPr sz="2600" b="1" dirty="0">
                <a:latin typeface="Times New Roman"/>
                <a:cs typeface="Times New Roman"/>
              </a:rPr>
              <a:t>Expected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Outcome: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2810"/>
              </a:lnSpc>
            </a:pPr>
            <a:r>
              <a:rPr sz="2600" dirty="0">
                <a:latin typeface="Times New Roman"/>
                <a:cs typeface="Times New Roman"/>
              </a:rPr>
              <a:t>An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adaptive,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data-</a:t>
            </a:r>
            <a:r>
              <a:rPr sz="2600" dirty="0">
                <a:latin typeface="Times New Roman"/>
                <a:cs typeface="Times New Roman"/>
              </a:rPr>
              <a:t>driven planner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that: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Creates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time-</a:t>
            </a:r>
            <a:r>
              <a:rPr sz="2600" dirty="0">
                <a:latin typeface="Times New Roman"/>
                <a:cs typeface="Times New Roman"/>
              </a:rPr>
              <a:t>efficient,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constraint-</a:t>
            </a:r>
            <a:r>
              <a:rPr sz="2600" dirty="0">
                <a:latin typeface="Times New Roman"/>
                <a:cs typeface="Times New Roman"/>
              </a:rPr>
              <a:t>based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study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plans.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Learns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from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feedback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using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reinforcement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learning.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Continuously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optimizes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scheduling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better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learning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efficiency.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012190"/>
            <a:chOff x="0" y="0"/>
            <a:chExt cx="12192000" cy="1012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980"/>
              <a:ext cx="12192000" cy="745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1864" y="0"/>
              <a:ext cx="6740652" cy="10119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445"/>
              <a:ext cx="12192000" cy="64552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4289" y="-21589"/>
            <a:ext cx="6047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THEORETICAL</a:t>
            </a:r>
            <a:r>
              <a:rPr spc="-130" dirty="0"/>
              <a:t> </a:t>
            </a:r>
            <a:r>
              <a:rPr spc="-25" dirty="0"/>
              <a:t>BACKGROUND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916939" y="710968"/>
            <a:ext cx="10144125" cy="48977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b="1" dirty="0">
                <a:latin typeface="Times New Roman"/>
                <a:cs typeface="Times New Roman"/>
              </a:rPr>
              <a:t>AI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Concepts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Involved:</a:t>
            </a:r>
            <a:endParaRPr sz="2800">
              <a:latin typeface="Times New Roman"/>
              <a:cs typeface="Times New Roman"/>
            </a:endParaRPr>
          </a:p>
          <a:p>
            <a:pPr marL="239395" marR="5080" indent="-227329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Constraint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Satisfaction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Problem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(CSP):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initial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valid 	</a:t>
            </a:r>
            <a:r>
              <a:rPr sz="2800" dirty="0">
                <a:latin typeface="Times New Roman"/>
                <a:cs typeface="Times New Roman"/>
              </a:rPr>
              <a:t>study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assigning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subjects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slots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under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given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constraints.</a:t>
            </a:r>
            <a:endParaRPr sz="2800">
              <a:latin typeface="Times New Roman"/>
              <a:cs typeface="Times New Roman"/>
            </a:endParaRPr>
          </a:p>
          <a:p>
            <a:pPr marL="240029" marR="1398905" indent="-227965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Reinforcement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Learning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(Q-</a:t>
            </a:r>
            <a:r>
              <a:rPr sz="2800" b="1" dirty="0">
                <a:latin typeface="Times New Roman"/>
                <a:cs typeface="Times New Roman"/>
              </a:rPr>
              <a:t>learning):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Improves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plan 	</a:t>
            </a:r>
            <a:r>
              <a:rPr sz="2800" dirty="0">
                <a:latin typeface="Times New Roman"/>
                <a:cs typeface="Times New Roman"/>
              </a:rPr>
              <a:t>dynamically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feedback.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ts val="3195"/>
              </a:lnSpc>
              <a:spcBef>
                <a:spcPts val="6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Justification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for</a:t>
            </a:r>
            <a:r>
              <a:rPr sz="2800" b="1" spc="-21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Algorithms:</a:t>
            </a:r>
            <a:endParaRPr sz="2800">
              <a:latin typeface="Times New Roman"/>
              <a:cs typeface="Times New Roman"/>
            </a:endParaRPr>
          </a:p>
          <a:p>
            <a:pPr marL="241300" marR="800735">
              <a:lnSpc>
                <a:spcPts val="3020"/>
              </a:lnSpc>
              <a:spcBef>
                <a:spcPts val="219"/>
              </a:spcBef>
            </a:pPr>
            <a:r>
              <a:rPr sz="2800" dirty="0">
                <a:latin typeface="Times New Roman"/>
                <a:cs typeface="Times New Roman"/>
              </a:rPr>
              <a:t>CSP</a:t>
            </a:r>
            <a:r>
              <a:rPr sz="2800" spc="-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ensures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valid,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logical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schedules.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RL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enables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adaptive </a:t>
            </a:r>
            <a:r>
              <a:rPr sz="2800" dirty="0">
                <a:latin typeface="Times New Roman"/>
                <a:cs typeface="Times New Roman"/>
              </a:rPr>
              <a:t>improvement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—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together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form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hybrid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reasoning-learning model.</a:t>
            </a:r>
            <a:endParaRPr sz="2800">
              <a:latin typeface="Times New Roman"/>
              <a:cs typeface="Times New Roman"/>
            </a:endParaRPr>
          </a:p>
          <a:p>
            <a:pPr marL="227965" marR="4471670" indent="-227965" algn="r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227965" algn="l"/>
              </a:tabLst>
            </a:pPr>
            <a:r>
              <a:rPr sz="2800" b="1" dirty="0">
                <a:latin typeface="Times New Roman"/>
                <a:cs typeface="Times New Roman"/>
              </a:rPr>
              <a:t>Formula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(Q-</a:t>
            </a:r>
            <a:r>
              <a:rPr sz="2800" b="1" dirty="0">
                <a:latin typeface="Times New Roman"/>
                <a:cs typeface="Times New Roman"/>
              </a:rPr>
              <a:t>learning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Update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Rule):</a:t>
            </a:r>
            <a:endParaRPr sz="2800">
              <a:latin typeface="Times New Roman"/>
              <a:cs typeface="Times New Roman"/>
            </a:endParaRPr>
          </a:p>
          <a:p>
            <a:pPr marR="4501515" algn="r">
              <a:lnSpc>
                <a:spcPct val="100000"/>
              </a:lnSpc>
              <a:spcBef>
                <a:spcPts val="220"/>
              </a:spcBef>
            </a:pPr>
            <a:r>
              <a:rPr sz="2400" spc="-10" dirty="0">
                <a:latin typeface="Times New Roman"/>
                <a:cs typeface="Times New Roman"/>
              </a:rPr>
              <a:t>Q(s,a)=Q(s,a)+α[r+γmax(Q(s′,a′))−Q(s,a)]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0007"/>
            <a:ext cx="12192000" cy="1181735"/>
            <a:chOff x="0" y="160007"/>
            <a:chExt cx="12192000" cy="11817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6039" y="160007"/>
              <a:ext cx="6972300" cy="11811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5137"/>
              <a:ext cx="12192000" cy="64552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3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IMPLEMENTATION</a:t>
            </a:r>
            <a:r>
              <a:rPr spc="-8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20" dirty="0"/>
              <a:t>CODE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916939" y="1235202"/>
            <a:ext cx="5151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Link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Git-</a:t>
            </a:r>
            <a:r>
              <a:rPr sz="2800" dirty="0">
                <a:latin typeface="Calibri"/>
                <a:cs typeface="Calibri"/>
              </a:rPr>
              <a:t>hub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Repository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041839"/>
              </p:ext>
            </p:extLst>
          </p:nvPr>
        </p:nvGraphicFramePr>
        <p:xfrm>
          <a:off x="1847850" y="2198877"/>
          <a:ext cx="8128000" cy="332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List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Git-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hub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Repository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Links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Implementation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Link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952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dirty="0">
                          <a:hlinkClick r:id="rId4"/>
                        </a:rPr>
                        <a:t>hariprasath729/AI-</a:t>
                      </a:r>
                      <a:r>
                        <a:rPr lang="en-IN" dirty="0" err="1">
                          <a:hlinkClick r:id="rId4"/>
                        </a:rPr>
                        <a:t>Miniproject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Word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Document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Report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Link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625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dirty="0">
                          <a:hlinkClick r:id="rId5"/>
                        </a:rPr>
                        <a:t>AI-</a:t>
                      </a:r>
                      <a:r>
                        <a:rPr lang="en-IN" dirty="0" err="1">
                          <a:hlinkClick r:id="rId5"/>
                        </a:rPr>
                        <a:t>Miniproject</a:t>
                      </a:r>
                      <a:r>
                        <a:rPr lang="en-IN" dirty="0">
                          <a:hlinkClick r:id="rId5"/>
                        </a:rPr>
                        <a:t>/hariprasath_AI_MINIE_PROJECTS.docx at main · hariprasath729/AI-</a:t>
                      </a:r>
                      <a:r>
                        <a:rPr lang="en-IN" dirty="0" err="1">
                          <a:hlinkClick r:id="rId5"/>
                        </a:rPr>
                        <a:t>Miniproject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PPT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Link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952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lang="en-IN" dirty="0">
                          <a:hlinkClick r:id="rId6"/>
                        </a:rPr>
                        <a:t>AI-</a:t>
                      </a:r>
                      <a:r>
                        <a:rPr lang="en-IN" dirty="0" err="1">
                          <a:hlinkClick r:id="rId6"/>
                        </a:rPr>
                        <a:t>Miniproject</a:t>
                      </a:r>
                      <a:r>
                        <a:rPr lang="en-IN" dirty="0">
                          <a:hlinkClick r:id="rId6"/>
                        </a:rPr>
                        <a:t>/hariprasath_AI_PPT.pptx at main · hariprasath729/AI-</a:t>
                      </a:r>
                      <a:r>
                        <a:rPr lang="en-IN">
                          <a:hlinkClick r:id="rId6"/>
                        </a:rPr>
                        <a:t>Miniproject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OUTPUT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35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48918"/>
            <a:ext cx="523557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Times New Roman"/>
                <a:cs typeface="Times New Roman"/>
              </a:rPr>
              <a:t>Output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Screen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shots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explanation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5729" y="1782762"/>
            <a:ext cx="11840845" cy="4394200"/>
            <a:chOff x="175729" y="1782762"/>
            <a:chExt cx="11840845" cy="43942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729" y="1878520"/>
              <a:ext cx="6842886" cy="42984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8654" y="1782762"/>
              <a:ext cx="4997577" cy="43942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0007"/>
            <a:ext cx="12192000" cy="1181735"/>
            <a:chOff x="0" y="160007"/>
            <a:chExt cx="12192000" cy="11817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3467" y="160007"/>
              <a:ext cx="5457444" cy="11811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5137"/>
              <a:ext cx="12192000" cy="64552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324" rIns="0" bIns="0" rtlCol="0">
            <a:spAutoFit/>
          </a:bodyPr>
          <a:lstStyle/>
          <a:p>
            <a:pPr marL="770890">
              <a:lnSpc>
                <a:spcPct val="100000"/>
              </a:lnSpc>
              <a:spcBef>
                <a:spcPts val="95"/>
              </a:spcBef>
            </a:pPr>
            <a:r>
              <a:rPr dirty="0"/>
              <a:t>OUTPUT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35" dirty="0"/>
              <a:t>RESULTS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916939" y="1172108"/>
            <a:ext cx="6894830" cy="47282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200" dirty="0">
                <a:latin typeface="Times New Roman"/>
                <a:cs typeface="Times New Roman"/>
              </a:rPr>
              <a:t>Results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Future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Enhancements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spc="-10" dirty="0">
                <a:latin typeface="Times New Roman"/>
                <a:cs typeface="Times New Roman"/>
              </a:rPr>
              <a:t>Results: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Hybrid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CSP–RL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model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successfully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implemented.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10" dirty="0">
                <a:latin typeface="Times New Roman"/>
                <a:cs typeface="Times New Roman"/>
              </a:rPr>
              <a:t>Self-</a:t>
            </a:r>
            <a:r>
              <a:rPr sz="2200" dirty="0">
                <a:latin typeface="Times New Roman"/>
                <a:cs typeface="Times New Roman"/>
              </a:rPr>
              <a:t>adaptive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system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improves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study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efficiency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use.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Streamlit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UI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enables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interaction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updates.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dirty="0">
                <a:latin typeface="Times New Roman"/>
                <a:cs typeface="Times New Roman"/>
              </a:rPr>
              <a:t>Future</a:t>
            </a:r>
            <a:r>
              <a:rPr sz="2200" b="1" spc="-11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Enhancements: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19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Integration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Google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Calendar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&amp;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Notifications.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Add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voice/chatbot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NLP.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DQN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deep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reinforcement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learning.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Emotion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detection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via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OpenCV.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Cloud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database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multi-</a:t>
            </a:r>
            <a:r>
              <a:rPr sz="2200" dirty="0">
                <a:latin typeface="Times New Roman"/>
                <a:cs typeface="Times New Roman"/>
              </a:rPr>
              <a:t>device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access.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Gamification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(badges,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streaks,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points).</a:t>
            </a:r>
            <a:endParaRPr sz="2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20"/>
              </a:spcBef>
              <a:buFont typeface="Arial"/>
              <a:buChar char="•"/>
              <a:tabLst>
                <a:tab pos="241300" algn="l"/>
              </a:tabLst>
            </a:pPr>
            <a:r>
              <a:rPr sz="2200" dirty="0">
                <a:latin typeface="Times New Roman"/>
                <a:cs typeface="Times New Roman"/>
              </a:rPr>
              <a:t>Integration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LMS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(e.g.,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Moodle).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60007"/>
            <a:ext cx="12192000" cy="1181735"/>
            <a:chOff x="0" y="160007"/>
            <a:chExt cx="12192000" cy="11817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16552" y="160007"/>
              <a:ext cx="3351276" cy="11811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5137"/>
              <a:ext cx="12192000" cy="64552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1324" rIns="0" bIns="0" rtlCol="0">
            <a:spAutoFit/>
          </a:bodyPr>
          <a:lstStyle/>
          <a:p>
            <a:pPr marL="182372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11/1/2025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916939" y="1161136"/>
            <a:ext cx="9439910" cy="472059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dirty="0">
                <a:latin typeface="Times New Roman"/>
                <a:cs typeface="Times New Roman"/>
              </a:rPr>
              <a:t>References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(GitHub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+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Libraries)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81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10" dirty="0">
                <a:latin typeface="Times New Roman"/>
                <a:cs typeface="Times New Roman"/>
              </a:rPr>
              <a:t>python-</a:t>
            </a:r>
            <a:r>
              <a:rPr sz="2600" b="1" dirty="0">
                <a:latin typeface="Times New Roman"/>
                <a:cs typeface="Times New Roman"/>
              </a:rPr>
              <a:t>constraint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Library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(Official</a:t>
            </a:r>
            <a:r>
              <a:rPr sz="2600" b="1" spc="1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Repository)</a:t>
            </a:r>
            <a:endParaRPr sz="2600">
              <a:latin typeface="Times New Roman"/>
              <a:cs typeface="Times New Roman"/>
            </a:endParaRPr>
          </a:p>
          <a:p>
            <a:pPr marL="241300">
              <a:lnSpc>
                <a:spcPts val="2810"/>
              </a:lnSpc>
            </a:pP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4"/>
              </a:rPr>
              <a:t>https://github.com/python-constraint/python-constraint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81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Streamlit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Framework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(Official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Repository)</a:t>
            </a:r>
            <a:endParaRPr sz="2600">
              <a:latin typeface="Times New Roman"/>
              <a:cs typeface="Times New Roman"/>
            </a:endParaRPr>
          </a:p>
          <a:p>
            <a:pPr marL="241300">
              <a:lnSpc>
                <a:spcPts val="2810"/>
              </a:lnSpc>
            </a:pP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https://github.com/streamlit/streamlit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81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ennybritz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/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reinforcement-</a:t>
            </a:r>
            <a:r>
              <a:rPr sz="2600" b="1" dirty="0">
                <a:latin typeface="Times New Roman"/>
                <a:cs typeface="Times New Roman"/>
              </a:rPr>
              <a:t>learning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(Educational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Repository)</a:t>
            </a:r>
            <a:endParaRPr sz="2600">
              <a:latin typeface="Times New Roman"/>
              <a:cs typeface="Times New Roman"/>
            </a:endParaRPr>
          </a:p>
          <a:p>
            <a:pPr marL="241300">
              <a:lnSpc>
                <a:spcPts val="2810"/>
              </a:lnSpc>
            </a:pPr>
            <a:r>
              <a:rPr sz="2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6"/>
              </a:rPr>
              <a:t>https://github.com/dennybritz/reinforcement-learning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600" b="1" dirty="0">
                <a:latin typeface="Times New Roman"/>
                <a:cs typeface="Times New Roman"/>
              </a:rPr>
              <a:t>Research</a:t>
            </a:r>
            <a:r>
              <a:rPr sz="2600" b="1" spc="-9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Papers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81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Times New Roman"/>
                <a:cs typeface="Times New Roman"/>
              </a:rPr>
              <a:t>Momenikorbekandi,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A., &amp;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Fathi,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M.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(2023).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“Intelligent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Scheduling</a:t>
            </a:r>
            <a:endParaRPr sz="2600">
              <a:latin typeface="Times New Roman"/>
              <a:cs typeface="Times New Roman"/>
            </a:endParaRPr>
          </a:p>
          <a:p>
            <a:pPr marL="241300">
              <a:lnSpc>
                <a:spcPts val="2810"/>
              </a:lnSpc>
            </a:pPr>
            <a:r>
              <a:rPr sz="2600" b="1" dirty="0">
                <a:latin typeface="Times New Roman"/>
                <a:cs typeface="Times New Roman"/>
              </a:rPr>
              <a:t>Based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on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Reinforcement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Learning.</a:t>
            </a:r>
            <a:r>
              <a:rPr sz="2600" spc="-10" dirty="0">
                <a:latin typeface="Times New Roman"/>
                <a:cs typeface="Times New Roman"/>
              </a:rPr>
              <a:t>”</a:t>
            </a:r>
            <a:endParaRPr sz="2600">
              <a:latin typeface="Times New Roman"/>
              <a:cs typeface="Times New Roman"/>
            </a:endParaRPr>
          </a:p>
          <a:p>
            <a:pPr marL="241300" marR="345440" indent="-229235">
              <a:lnSpc>
                <a:spcPts val="25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Russell,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S.,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&amp;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Norvig,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45" dirty="0">
                <a:latin typeface="Times New Roman"/>
                <a:cs typeface="Times New Roman"/>
              </a:rPr>
              <a:t>P.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(2021).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Artificial</a:t>
            </a:r>
            <a:r>
              <a:rPr sz="2600" b="1" i="1" spc="-1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Intelligence:</a:t>
            </a:r>
            <a:r>
              <a:rPr sz="2600" b="1" i="1" spc="-12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Times New Roman"/>
                <a:cs typeface="Times New Roman"/>
              </a:rPr>
              <a:t>A</a:t>
            </a:r>
            <a:r>
              <a:rPr sz="2600" b="1" i="1" spc="-155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Times New Roman"/>
                <a:cs typeface="Times New Roman"/>
              </a:rPr>
              <a:t>Modern </a:t>
            </a:r>
            <a:r>
              <a:rPr sz="2600" b="1" i="1" dirty="0">
                <a:latin typeface="Times New Roman"/>
                <a:cs typeface="Times New Roman"/>
              </a:rPr>
              <a:t>Approach</a:t>
            </a:r>
            <a:r>
              <a:rPr sz="2600" b="1" i="1" spc="-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(4th</a:t>
            </a:r>
            <a:r>
              <a:rPr sz="2600" b="1" spc="-10" dirty="0">
                <a:latin typeface="Times New Roman"/>
                <a:cs typeface="Times New Roman"/>
              </a:rPr>
              <a:t> Edition).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512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SANKAR GANESH K</dc:creator>
  <cp:lastModifiedBy>hariprasathmohan729@outlook.com</cp:lastModifiedBy>
  <cp:revision>1</cp:revision>
  <dcterms:created xsi:type="dcterms:W3CDTF">2025-11-02T17:14:41Z</dcterms:created>
  <dcterms:modified xsi:type="dcterms:W3CDTF">2025-11-02T17:59:58Z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2025-11-02T00:00:00Z</vt:filetime>
  </property>
  <property fmtid="{D5CDD505-2E9C-101B-9397-08002B2CF9AE}" pid="5" name="Producer">
    <vt:lpwstr>Microsoft® PowerPoint® 2024</vt:lpwstr>
  </property>
</Properties>
</file>